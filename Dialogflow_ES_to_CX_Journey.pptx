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Dialogflow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→ CX: The Complete Evolution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4231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API.AI Roots (2014) → Dialogflow ES (2017) → CX (2020) → Conversational Agents on Vertex AI (2025)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1554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4206240"/>
            <a:ext cx="1554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4206240"/>
            <a:ext cx="1554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4206240"/>
            <a:ext cx="1554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4206240"/>
            <a:ext cx="1554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— From Speaktoit to API.AI to Google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Speaktoit Founded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 built for the Assistant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201168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18872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API.AI Released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for Android, iOS, HTML5 with voice recognition + NLU + TTS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201168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18872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18304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Acquires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3774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buys Speaktoit / api.ai for Google Assistant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188720"/>
            <a:ext cx="2011680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18872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Dialogflow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3774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api.ai becomes Dialogflow; joins Google Cloud Platform in Nov 2017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0" y="2377440"/>
            <a:ext cx="164592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2377440"/>
            <a:ext cx="164592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2377440"/>
            <a:ext cx="164592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conversational AI on Google Cloud was laid through this acquisition journey.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ES (Essentials) — 2017 to 2020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Dialogflow ES Worked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NLU — match utterances to intents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chain conversations (output → input context)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agent structure (1 agent per project)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extract slot values from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Webhooks/fulfillment tightly coupled with intents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simple to moderate chatbots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Web, Android, iOS, Slack, Alexa, etc.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097280"/>
            <a:ext cx="448056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143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of 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6459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conversation flow editor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chains become unmaintainable at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partition agent — one team, one agent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versioning / environment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fulfillment tightly coupled — hard to reuse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slot-filling retry limit control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for enterprise contact centers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(Customer Experience) — Launched 2020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State Machine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context chains with a graphical flow editor. See and edit entire conversation paths visually.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430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34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&amp;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agents into modular flows. Each Page = one conversation state with slot-filling and transitions.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430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344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Intents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decoupled from fulfillment. Reuse the same intent across multiple flows.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718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Agents/Project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massive deployments. ES allowed only 1 agent per project.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9718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Flow-Level Versioning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dev/staging/prod versions independently per flow, enabling CI/CD pipelines.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971800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Parameters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cross-session parameter persistence. Captured data survives across all turns.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was designed explicitly for enterprise-scale, multi-team, complex conversation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ES vs CX — Head-to-Head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051560"/>
            <a:ext cx="2743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301752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1051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5603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554480"/>
            <a:ext cx="27432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1554480"/>
            <a:ext cx="3017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5544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chains (implicit)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55448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State Machine (explicit)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25603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20824"/>
            <a:ext cx="27432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020824"/>
            <a:ext cx="3017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2082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202082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intent 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202082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+ Pages (modular)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87168"/>
            <a:ext cx="25603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487168"/>
            <a:ext cx="27432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487168"/>
            <a:ext cx="3017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871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24871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/ project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48716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agents / project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953512"/>
            <a:ext cx="25603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2953512"/>
            <a:ext cx="27432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2953512"/>
            <a:ext cx="3017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53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71800" y="295351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only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29535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Flow-level (per environment)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19856"/>
            <a:ext cx="25603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3419856"/>
            <a:ext cx="27432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3419856"/>
            <a:ext cx="3017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41985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Reuse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71800" y="341985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34198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&amp; reusable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86200"/>
            <a:ext cx="25603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26080" y="3886200"/>
            <a:ext cx="274320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3886200"/>
            <a:ext cx="301752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886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Filling Retry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71800" y="38862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retry limit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97880" y="38862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retry limit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352544"/>
            <a:ext cx="25603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4352544"/>
            <a:ext cx="27432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4352544"/>
            <a:ext cx="30175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35254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971800" y="43525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/ medium bots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97880" y="435254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complex bots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Integration — 2023 to 2024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Model Upgrade Timeline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45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text-bison-001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LLM integration in generators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87168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95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670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gemini-1.0-pro-001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8712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default upgraded; GA on Vertex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36976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1455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419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gemini-1.5-flash-001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6210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for data store handlers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86784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8953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41696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gemini-1.5-flash-001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3708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text-bison fully deprecated &amp; auto-upgraded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29768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New Gen-AI Capabilities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16459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 Agents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agent responses in real documents — GCS, BigQuery, web pages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3591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Fallback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2633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intent matches, LLM handles the query gracefully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0723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3467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LLM text generation into deterministic flows mid-conversation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7856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40599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flows + generative AI — best of both worlds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44988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Guards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773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added to prevent adversarial prompt attacks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Agents on Vertex AI — 2025 &amp; Beyond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Gemini 2.5 Flash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1.x deprecated Sep 2025. All agents auto-upgraded to Gemini 2.0 flash &amp; 2.5 flash now GA.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704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Playbooks (GA)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62763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agents using Routine &amp; Task Playbooks replace rigid flow-only design. Parameters pass between playbooks.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9728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704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Chirp 3 HD Voices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new ultra-natural HD voices across 34 locales. Human-like speech for voice agents.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44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Enterprise Data Stores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50215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AlloyDB, Bigtable, Firestore, Spanner, Cloud SQL all supported as GA grounding data sources.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297180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044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Gemini Live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350215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multimodal voice + video AI. Ultra-low latency, emotion-aware, barge-in support for live conversations.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971800"/>
            <a:ext cx="278892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044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Google Agentspace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502152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all org agents. Custom + Google-built + 3rd party agents. Non-dev automation via no-code UI.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Evolution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62432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9144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-13716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api.ai Founded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" y="286207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24328"/>
            <a:ext cx="237744" cy="23774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27632" y="1828800"/>
            <a:ext cx="0" cy="795528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624328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Beta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62072" y="2862072"/>
            <a:ext cx="0" cy="109728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624328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GA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96512" y="1828800"/>
            <a:ext cx="0" cy="795528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2624328"/>
            <a:ext cx="237744" cy="237744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+ LLMs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30952" y="2862072"/>
            <a:ext cx="0" cy="109728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62432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Vertex 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65392" y="1828800"/>
            <a:ext cx="0" cy="79552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26243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+ Live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99832" y="2862072"/>
            <a:ext cx="0" cy="109728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NLU Chatbot  →  State Machine Visual Agent  →  Generative AI Hybrid  →  Real-time Multimodal Agentic Platform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an NLP acquisition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264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acquired api.ai in 2016 — renamed Dialogflow in 2017 on Google Cloud.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→ CX: Paradigm shift in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122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flat intent + context chains to a visual state machine with flows, pages, and modularity.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scalability unlocked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enabled 100 agents/project, versioning, multi-team flows, and full CI/CD 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embedded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4838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2023, Gemini powers data stores, fallbacks, and generators alongside deterministic flows.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= Multimodal Agentic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169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enables real-time voice + video agents; Agentspace unifies all enterprise agents.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| Dialogflow | Vertex AI | Conversational Agents | Gemini 2.5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Dialogflow: ES to CX Journey</dc:title>
  <dc:subject>PptxGenJS Presentation</dc:subject>
  <dc:creator>PptxGenJS</dc:creator>
  <cp:lastModifiedBy>PptxGenJS</cp:lastModifiedBy>
  <cp:revision>1</cp:revision>
  <dcterms:created xsi:type="dcterms:W3CDTF">2026-04-13T05:59:35Z</dcterms:created>
  <dcterms:modified xsi:type="dcterms:W3CDTF">2026-04-13T05:59:35Z</dcterms:modified>
</cp:coreProperties>
</file>